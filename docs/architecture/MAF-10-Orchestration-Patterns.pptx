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10 Orchestration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50E6C2"/>
                </a:solidFill>
                <a:latin typeface="Segoe UI"/>
              </a:defRPr>
            </a:pPr>
            <a:r>
              <a:t>with Microsoft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AI Marketplace — Architecture &amp; Design Series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108960"/>
            <a:ext cx="365760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4114800"/>
            <a:ext cx="1371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Sequential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114800"/>
            <a:ext cx="192024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Fan-Out / Fan-In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14800"/>
            <a:ext cx="210312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Conditional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114800"/>
            <a:ext cx="192024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Loop / Iteration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114800"/>
            <a:ext cx="201168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17720"/>
            <a:ext cx="137160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617720"/>
            <a:ext cx="1371600" cy="365760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Map-Reduce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617720"/>
            <a:ext cx="109728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4617720"/>
            <a:ext cx="1371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Group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617720"/>
            <a:ext cx="1554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Sub-Workflow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Hosted on Azure Container Apps  •  Cosmos DB  •  Azure OpenAI  •  Python +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Sequential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Agents execute in strict order — each output feeds the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📥 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74520.0"/>
            <a:ext cx="457200" cy="0.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15544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Agent A</a:t>
            </a:r>
            <a:br/>
            <a: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1874520.0"/>
            <a:ext cx="457200" cy="0.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15544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Agent B</a:t>
            </a:r>
            <a:br/>
            <a:r>
              <a:t>Enrich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1874520.0"/>
            <a:ext cx="457200" cy="0.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155448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Agent C</a:t>
            </a:r>
            <a:br/>
            <a:r>
              <a:t>Summarize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1874520.0"/>
            <a:ext cx="457200" cy="0.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📤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5029200" cy="21031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029200" cy="5486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Step-by-step data processing (ETL, claim workflows)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Each agent needs the previous agent's output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Order matters — can't parallelize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Document review → Extraction → Validation → Enrichment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560320"/>
            <a:ext cx="5669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25603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5877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26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from agent_framework.orchestrations import SequentialBuilder</a:t>
            </a:r>
            <a:br/>
            <a:br/>
            <a:r>
              <a:t>workflow = (</a:t>
            </a:r>
            <a:br/>
            <a:r>
              <a:t>    SequentialBuilder()</a:t>
            </a:r>
            <a:br/>
            <a:r>
              <a:t>    .add_agent(analyzer_agent)</a:t>
            </a:r>
            <a:br/>
            <a:r>
              <a:t>    .add_agent(enricher_agent)</a:t>
            </a:r>
            <a:br/>
            <a:r>
              <a:t>    .add_agent(summarizer_agent)</a:t>
            </a:r>
            <a:br/>
            <a:r>
              <a:t>    .build()</a:t>
            </a:r>
            <a:br/>
            <a:r>
              <a:t>)</a:t>
            </a:r>
            <a:br/>
            <a:r>
              <a:t>result = await workflow.as_agent().run(input_text)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 Builder: SequentialBuilder — one-liner chaining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Data flow: shared conversation context passed through each agent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State: each agent sees all prior messages; AgentSession persists across turns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Streaming: every agent can stream tokens to the client via event handlers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Parallel Fan-Out / Fan-In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Dispatch to N agents simultaneously, aggregate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⚡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Tech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Market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6888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Risk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🔀 Aggregate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📤 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97680" y="1417320"/>
            <a:ext cx="73152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0" y="1417320"/>
            <a:ext cx="64008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2057400"/>
            <a:ext cx="73152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2057400"/>
            <a:ext cx="64008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2103120"/>
            <a:ext cx="73152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75120" y="2103120"/>
            <a:ext cx="64008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Independent sub-tasks that can run in parallel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Multi-perspective analysis (technical + market + risk)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Latency matters — total time = slowest branch, not sum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Translation to multiple languages simultaneously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from agent_framework.orchestrations import ConcurrentBuilder</a:t>
            </a:r>
            <a:br/>
            <a:br/>
            <a:r>
              <a:t>workflow = (</a:t>
            </a:r>
            <a:br/>
            <a:r>
              <a:t>    ConcurrentBuilder()</a:t>
            </a:r>
            <a:br/>
            <a:r>
              <a:t>    .add_agent(tech_agent)</a:t>
            </a:r>
            <a:br/>
            <a:r>
              <a:t>    .add_agent(market_agent)</a:t>
            </a:r>
            <a:br/>
            <a:r>
              <a:t>    .add_agent(risk_agent)</a:t>
            </a:r>
            <a:br/>
            <a:r>
              <a:t>    .with_aggregator(summary_agent)  # optional LLM merge</a:t>
            </a:r>
            <a:br/>
            <a:r>
              <a:t>    .build()</a:t>
            </a:r>
            <a:br/>
            <a: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 Builder: ConcurrentBuilder — fan-out with default or custom aggregator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Join strategies: wait-all (default), custom aggregator callback, LLM-based merge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Reduces total latency from O(n) sequential to O(max) parallel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Conditional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Dynamic edge routing — branch execution based on data or classifier output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🧠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9728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Billing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Tech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60320"/>
            <a:ext cx="1828800" cy="50292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General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📤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960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Segoe UI"/>
              </a:defRPr>
            </a:pPr>
            <a:r>
              <a:t>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EC0"/>
                </a:solidFill>
                <a:latin typeface="Segoe UI"/>
              </a:defRPr>
            </a:pPr>
            <a:r>
              <a:t>other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720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3152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Intent classification → route to specialist agent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If/else logic based on previous agent output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Switch-case: multiple exclusive branches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Multi-selection: one input triggers multiple targets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# Edge conditions in MAF workflow</a:t>
            </a:r>
            <a:br/>
            <a:r>
              <a:t>wf = Workflow()</a:t>
            </a:r>
            <a:br/>
            <a:r>
              <a:t>wf.add_executor('classifier', classifier_fn)</a:t>
            </a:r>
            <a:br/>
            <a:r>
              <a:t>wf.add_executor('billing', billing_agent)</a:t>
            </a:r>
            <a:br/>
            <a:r>
              <a:t>wf.add_executor('tech', tech_agent)</a:t>
            </a:r>
            <a:br/>
            <a:br/>
            <a:r>
              <a:t>wf.add_edge('classifier', 'billing',</a:t>
            </a:r>
            <a:br/>
            <a:r>
              <a:t>    condition=lambda msg: msg.intent == 'billing')</a:t>
            </a:r>
            <a:br/>
            <a:r>
              <a:t>wf.add_edge('classifier', 'tech',</a:t>
            </a:r>
            <a:br/>
            <a:r>
              <a:t>    condition=lambda msg: msg.intent == 'tech')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MAF: edge_condition, switch_case_edge_group, multi_selection_edge_group — all built-in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Only matched branch executes (others skipped); supports both function-based and agent-based classifiers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Declarative YAML variant: conditional_workflow with nested if/elif/else blocks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Loop /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Repeat agent execution until a condition is met or max iterations reached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64592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🤖 Writer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🧠 Judge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📤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↺ not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Segoe UI"/>
              </a:defRPr>
            </a:pPr>
            <a:r>
              <a:t>✓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103120"/>
            <a:ext cx="10972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52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566160" y="1371600"/>
            <a:ext cx="228600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274320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Writer-Critic pattern: generate → evaluate → refine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Iterative improvement until quality threshold met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Self-correction: agent retries after feedback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Code generation → test → fix → retest loop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Max iterations prevent infinite loops (safety boundary)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74320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274320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7706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08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# Feedback loop with conditional edge</a:t>
            </a:r>
            <a:br/>
            <a:r>
              <a:t>wf = Workflow()</a:t>
            </a:r>
            <a:br/>
            <a:r>
              <a:t>wf.add_executor('writer', writer_agent)</a:t>
            </a:r>
            <a:br/>
            <a:r>
              <a:t>wf.add_executor('judge', judge_fn)</a:t>
            </a:r>
            <a:br/>
            <a:br/>
            <a:r>
              <a:t>wf.add_edge('writer', 'judge')</a:t>
            </a:r>
            <a:br/>
            <a:r>
              <a:t>wf.add_edge('judge', 'writer',</a:t>
            </a:r>
            <a:br/>
            <a:r>
              <a:t>    condition=lambda msg: msg.verdict != 'PASS')</a:t>
            </a:r>
            <a:br/>
            <a:r>
              <a:t>wf.add_edge('judge', '__end__',</a:t>
            </a:r>
            <a:br/>
            <a:r>
              <a:t>    condition=lambda msg: msg.verdict == 'PASS')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MAF: simple_loop sample — judge agent decides ABOVE / BELOW / MATCHED to control iteration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Writer-Critic in _StartHere samples: iterative refinement with quality gates + max iteration safety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Quality threshold + max iterations prevent infinite loops; each iteration persisted via checkpoints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Supports both agent-based judges and simple function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Human-in-the-Loop (Approval Gate)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Pause execution for human review, resume on approval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28016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Agent</a:t>
            </a:r>
            <a:br/>
            <a:r>
              <a:t>Generates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371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📋 Review</a:t>
            </a:r>
            <a:br/>
            <a:r>
              <a:t>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371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✅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13716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❌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128016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Next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28016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🔄 Revise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103120"/>
            <a:ext cx="7315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14800" y="1508760"/>
            <a:ext cx="731520" cy="4114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286000"/>
            <a:ext cx="731520" cy="4572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1508760"/>
            <a:ext cx="6400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331720"/>
            <a:ext cx="64008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01752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5029200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Content approval before publishing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Financial transaction review above $ threshold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Tool call approval (sensitive actions)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Medical/legal review before agent proceeds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Compliance gate: human reviews PII detection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1752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30175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0449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383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# Human-in-the-loop via ctx.request_info()</a:t>
            </a:r>
            <a:br/>
            <a:r>
              <a:t>async def review_executor(ctx, msg):</a:t>
            </a:r>
            <a:br/>
            <a:r>
              <a:t>    result = await ctx.request_info(</a:t>
            </a:r>
            <a:br/>
            <a:r>
              <a:t>        RequestInfoMessage(</a:t>
            </a:r>
            <a:br/>
            <a:r>
              <a:t>            content=f'Approve? {msg.text}',</a:t>
            </a:r>
            <a:br/>
            <a:r>
              <a:t>            request_id='approval-1'</a:t>
            </a:r>
            <a:br/>
            <a:r>
              <a:t>        )</a:t>
            </a:r>
            <a:br/>
            <a:r>
              <a:t>    )</a:t>
            </a:r>
            <a:br/>
            <a:r>
              <a:t>    if result.approved:</a:t>
            </a:r>
            <a:br/>
            <a:r>
              <a:t>        return ApprovedMessage(msg.text)</a:t>
            </a:r>
            <a:br/>
            <a:r>
              <a:t>    return RejectedMessage(result.feedback)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MAF: ctx.request_info() pauses workflow, emits request event, resumes when response arrives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Checkpointing: checkpoint_with_human_in_the_loop — save state, shut down, resume later (even days/weeks)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Tool Approval: .with_tool_approval() on builders — auto-gate all tool calls for human review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Zero compute cost during wait (Flex Consumption / Container Apps min-replicas=0)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Supervisor / Hierarchical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Manager agent reviews child outputs and re-routes or overrides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463040"/>
            <a:ext cx="20116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🧑‍💼 Supervisor Agent</a:t>
            </a:r>
            <a:br/>
            <a:r>
              <a:t>(Manager / Magentic)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Research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Writing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74320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Review Agent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37360" y="2103120"/>
            <a:ext cx="2468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37360" y="2103120"/>
            <a:ext cx="2468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023360" y="2103120"/>
            <a:ext cx="182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2103120"/>
            <a:ext cx="182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2103120"/>
            <a:ext cx="210312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206240" y="2103120"/>
            <a:ext cx="210312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E6C2"/>
                </a:solidFill>
                <a:latin typeface="Segoe UI"/>
              </a:defRPr>
            </a:pPr>
            <a:r>
              <a:t>delegates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reports 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50292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Manager agent decides which sub-agent to invoke next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Quality control: supervisor reviews all child outputs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Reflection pattern: agent reviews its own output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Research → Synthesize → Review orchestration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Customer routing: triage → specialist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5661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5661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31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from agent_framework.orchestrations import MagenticBuilder</a:t>
            </a:r>
            <a:br/>
            <a:br/>
            <a:r>
              <a:t>workflow = (</a:t>
            </a:r>
            <a:br/>
            <a:r>
              <a:t>    MagenticBuilder()</a:t>
            </a:r>
            <a:br/>
            <a:r>
              <a:t>    .add_agent(research_agent, name='Researcher')</a:t>
            </a:r>
            <a:br/>
            <a:r>
              <a:t>    .add_agent(writer_agent, name='Writer')</a:t>
            </a:r>
            <a:br/>
            <a:r>
              <a:t>    .add_agent(reviewer_agent, name='Reviewer')</a:t>
            </a:r>
            <a:br/>
            <a:r>
              <a:t>    .with_manager(manager_agent)  # decides next</a:t>
            </a:r>
            <a:br/>
            <a:r>
              <a:t>    .build()</a:t>
            </a:r>
            <a:br/>
            <a: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 Builder: MagenticBuilder — supervisor agent creates plan, assigns tasks, reviews results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Supports human plan review (magentic_human_plan_review) and checkpoint resume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Map-Reduce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Apply same agent to each item in a collection, then reduce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📄 Collection</a:t>
            </a:r>
            <a:br/>
            <a:r>
              <a:t>[items]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Item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920240" y="1554480"/>
            <a:ext cx="82296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1554480"/>
            <a:ext cx="91440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8288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Item 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011680"/>
            <a:ext cx="82296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011680"/>
            <a:ext cx="91440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22860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Item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103120"/>
            <a:ext cx="82296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14800" y="2103120"/>
            <a:ext cx="91440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2743200"/>
            <a:ext cx="1371600" cy="36576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Item 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103120"/>
            <a:ext cx="82296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0" y="2103120"/>
            <a:ext cx="91440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REDUCE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828800"/>
            <a:ext cx="1371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🔀 Aggregate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📤 Output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10312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3383280"/>
            <a:ext cx="5029200" cy="16459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Batch processing: analyze each claim in a batch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Multi-document summarization (1 agent per document)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Process each row of a dataset with same logic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Chunk-by-chunk processing of large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383280"/>
            <a:ext cx="5669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49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# Map-Reduce via fan_out_fan_in_edges.py</a:t>
            </a:r>
            <a:br/>
            <a:r>
              <a:t>chunks = split_document(large_doc)</a:t>
            </a:r>
            <a:br/>
            <a:br/>
            <a:r>
              <a:t>wf = Workflow()</a:t>
            </a:r>
            <a:br/>
            <a:r>
              <a:t>wf.add_executor('splitter', split_fn)</a:t>
            </a:r>
            <a:br/>
            <a:r>
              <a:t>for i in range(len(chunks)):</a:t>
            </a:r>
            <a:br/>
            <a:r>
              <a:t>    wf.add_executor(f'worker_{i}', process_agent)</a:t>
            </a:r>
            <a:br/>
            <a:r>
              <a:t>    wf.add_edge('splitter', f'worker_{i}')</a:t>
            </a:r>
            <a:br/>
            <a:r>
              <a:t>    wf.add_edge(f'worker_{i}', 'reducer')</a:t>
            </a:r>
            <a:br/>
            <a:r>
              <a:t>wf.add_executor('reducer', aggregate_fn)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MAF: map_reduce_and_visualization sample — fan-out/fan-in with diagram export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Dynamic fan-out: generate N worker executors at runtime based on collection size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Reduce: custom aggregator function, or LLM-based summarization of parallel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Handoff (Agent-to-Agent Routing)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Agents transfer control to specialists via tool-call handoff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645920"/>
            <a:ext cx="18288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🧑‍💼 Triage Agent</a:t>
            </a:r>
            <a:br/>
            <a:r>
              <a:t>(Router)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8872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💰 Billing 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🔧 Tech Specialist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651760"/>
            <a:ext cx="18288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📦 Shipping 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20240"/>
            <a:ext cx="137160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👤 User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743200" y="1417320"/>
            <a:ext cx="1371600" cy="54864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141732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1965960"/>
            <a:ext cx="1371600" cy="1828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148840"/>
            <a:ext cx="13716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1965960"/>
            <a:ext cx="1371600" cy="91440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0" y="214884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E6C2"/>
                </a:solidFill>
                <a:latin typeface="Segoe UI"/>
              </a:defRPr>
            </a:pPr>
            <a:r>
              <a:t>handoff()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Customer service: triage → specialist agent routing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Agent realizes it lacks expertise, transfers to another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Autonomous mode: specialists iterate independently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Multi-tier: specialist can handoff to sub-specialists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3832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49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from agent_framework.orchestrations import HandoffBuilder</a:t>
            </a:r>
            <a:br/>
            <a:br/>
            <a:r>
              <a:t>workflow = (</a:t>
            </a:r>
            <a:br/>
            <a:r>
              <a:t>    HandoffBuilder()</a:t>
            </a:r>
            <a:br/>
            <a:r>
              <a:t>    .set_triage_agent(triage_agent)</a:t>
            </a:r>
            <a:br/>
            <a:r>
              <a:t>    .add_agent(billing_agent, name='Billing')</a:t>
            </a:r>
            <a:br/>
            <a:r>
              <a:t>    .add_agent(tech_agent, name='TechSupport')</a:t>
            </a:r>
            <a:br/>
            <a:r>
              <a:t>    .add_handoff('TechSupport', ['Billing'])  # T→B</a:t>
            </a:r>
            <a:br/>
            <a:r>
              <a:t>    .with_autonomous_mode()  # agents iterate</a:t>
            </a:r>
            <a:br/>
            <a:r>
              <a:t>    .build()</a:t>
            </a:r>
            <a:br/>
            <a: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10058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 Builder: HandoffBuilder — triage agent routes via tool calls, specialists can cross-handoff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Autonomous mode: specialist runs until done or explicitly invokes handoff tool (no user round-trip)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Full history preserved across handoffs with additional_properties for routing metadata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Group Chat (Multi-Agent Debate)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Multiple agents discuss in rounds, managed by a moderator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463040"/>
            <a:ext cx="1463040" cy="4572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🧑‍⚖️ Moderator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146304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Pro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146304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Con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08960"/>
            <a:ext cx="146304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146304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Ethicist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146304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EC0"/>
                </a:solidFill>
                <a:latin typeface="Segoe UI"/>
              </a:defRPr>
            </a:pPr>
            <a:r>
              <a:t>🔄 Round-Robin</a:t>
            </a:r>
            <a:br/>
            <a:r>
              <a:t>or LLM-Selected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Multi-perspective debate (ethics, technical, business)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Brainstorming with diverse agent personas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Code review: author + reviewer + security agent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Philosophical debate with structured moderation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Board simulation: CEO, CTO, CFO discuss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8404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8679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06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from agent_framework.orchestrations import GroupChatBuilder</a:t>
            </a:r>
            <a:br/>
            <a:br/>
            <a:r>
              <a:t>workflow = (</a:t>
            </a:r>
            <a:br/>
            <a:r>
              <a:t>    GroupChatBuilder()</a:t>
            </a:r>
            <a:br/>
            <a:r>
              <a:t>    .add_agent(pro_agent, name='Advocate')</a:t>
            </a:r>
            <a:br/>
            <a:r>
              <a:t>    .add_agent(con_agent, name='Critic')</a:t>
            </a:r>
            <a:br/>
            <a:r>
              <a:t>    .add_agent(analyst_agent, name='Analyst')</a:t>
            </a:r>
            <a:br/>
            <a:r>
              <a:t>    .with_orchestrator(agent=moderator_agent)</a:t>
            </a:r>
            <a:br/>
            <a:r>
              <a:t>    .with_max_turns(10)</a:t>
            </a:r>
            <a:br/>
            <a:r>
              <a:t>    .build()</a:t>
            </a:r>
            <a:br/>
            <a: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 Builder: GroupChatBuilder — agent manager selects next speaker via LLM or simple function selector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Supports max_turns, tool approval, request_info for human steering mid-debate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Sub-Workflow /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Compose workflows hierarchically — a workflow as a step in a parent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10515600" cy="23774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Parent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📥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Pre-process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840480" cy="100584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Segoe UI"/>
              </a:defRPr>
            </a:pPr>
            <a:r>
              <a:t>Child Workflow (Nested)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Step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Step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🤖 Step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011680"/>
            <a:ext cx="1371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🤖 Post-process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011680"/>
            <a:ext cx="54864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240280"/>
            <a:ext cx="2743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When to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Reusable workflow modules (e.g., 'KYC Check' sub-workflow)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Team-owned sub-workflows composed into larger pipelines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Isolate complex logic into testable sub-units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Recursive workflows: a workflow can contain itself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A2A: cross-service workflow 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4050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EC0"/>
                </a:solidFill>
                <a:latin typeface="Segoe UI"/>
              </a:defRPr>
            </a:pPr>
            <a:r>
              <a:t>MAF Code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89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t># Sub-workflow as executor</a:t>
            </a:r>
            <a:br/>
            <a:r>
              <a:t>child_wf = Workflow()</a:t>
            </a:r>
            <a:br/>
            <a:r>
              <a:t>child_wf.add_executor('step_a', agent_a)</a:t>
            </a:r>
            <a:br/>
            <a:r>
              <a:t>child_wf.add_executor('step_b', agent_b)</a:t>
            </a:r>
            <a:br/>
            <a:r>
              <a:t>child_wf.add_edge('step_a', 'step_b')</a:t>
            </a:r>
            <a:br/>
            <a:br/>
            <a:r>
              <a:t>parent_wf = Workflow()</a:t>
            </a:r>
            <a:br/>
            <a:r>
              <a:t>parent_wf.add_executor('preprocess', pre_agent)</a:t>
            </a:r>
            <a:br/>
            <a:r>
              <a:t>parent_wf.add_executor('child', child_wf.as_executor())</a:t>
            </a:r>
            <a:br/>
            <a:r>
              <a:t>parent_wf.add_edge('preprocess', 'child')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Characteristics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• MAF: sub_workflow_basics — wrap Workflow as executor via .as_executor(); supports kwargs propagation, request interception, checkpointing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Pattern Summary — Quick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457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0642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51560"/>
            <a:ext cx="265176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064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MAF Primitive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051560"/>
            <a:ext cx="2377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1064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435608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1435608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Sequential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SequentialBuilder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ETL, claim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35608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874520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47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1874520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Fan-Out / Fan-In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ConcurrentBuilder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Multi-perspective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874520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947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313432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386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2313432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386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Conditional Router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edge_condition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Intent classification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313432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386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752344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2752344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28254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Loop / Iteration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simple_loop / edges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Writer-Critic refinement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2752344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2825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191256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" y="3191256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264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ctx.request_info()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Approval gates, compliance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3191256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3264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3630168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5840" y="3630168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Supervisor / Hierarchical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490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MagenticBuilder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Manager-worker delegation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0" y="3630168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4069080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5840" y="4069080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7280" y="4142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E6C2"/>
                </a:solidFill>
                <a:latin typeface="Segoe UI"/>
              </a:defRPr>
            </a:pPr>
            <a:r>
              <a:t>Map-Reduce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fan_out_fan_in_edges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Batch / chunk processing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44000" y="4069080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35440" y="4142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4507992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4581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5840" y="4507992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7280" y="4581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Handoff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490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HandoffBuilder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922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Customer service routing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0" y="4507992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35440" y="45811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8640" y="4946904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5020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5840" y="4946904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7280" y="50200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Group Chat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490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GroupChatBuilder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922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Multi-agent debate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0" y="4946904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35440" y="50200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5385816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5458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E8F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840" y="5385816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97280" y="5458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Sub-Workflow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490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E6C2"/>
                </a:solidFill>
                <a:latin typeface="Segoe UI"/>
              </a:defRPr>
            </a:pPr>
            <a:r>
              <a:t>wf.as_executor()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922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Reusable workflow modules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4000" y="5385816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35440" y="5458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t>✅ Built-in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All 10 patterns are available today in Microsoft Agent Framework (Python + .NET)  •  Hosted on Azure Container Apps  •  Cosmos DB state  • 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