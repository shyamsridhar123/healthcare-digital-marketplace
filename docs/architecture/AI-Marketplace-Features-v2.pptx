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7" d="100"/>
          <a:sy n="127" d="100"/>
        </p:scale>
        <p:origin x="596" y="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9728"/>
            <a:ext cx="1408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AI Marketplace — Architecture Features (1–8)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77240"/>
            <a:ext cx="457200" cy="43891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777240"/>
            <a:ext cx="1828800" cy="43891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777240"/>
            <a:ext cx="3291840" cy="43891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777240"/>
            <a:ext cx="4023360" cy="43891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Data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777240"/>
            <a:ext cx="4297680" cy="43891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Key Differentiator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252728"/>
            <a:ext cx="45720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52728"/>
            <a:ext cx="182880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0078D4"/>
                </a:solidFill>
              </a:defRPr>
            </a:pPr>
            <a:r>
              <a:t>Enterprise 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52728"/>
            <a:ext cx="329184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rPr dirty="0"/>
              <a:t>LLM GW, Entra ID, Key Vault, Scanner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252728"/>
            <a:ext cx="402336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rPr dirty="0"/>
              <a:t>LLM GW → Entra (token) → KV (secrets via MI)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1252728"/>
            <a:ext cx="429768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rPr dirty="0"/>
              <a:t>Zero-trust, </a:t>
            </a:r>
            <a:r>
              <a:rPr dirty="0" err="1"/>
              <a:t>VNet</a:t>
            </a:r>
            <a:r>
              <a:rPr dirty="0"/>
              <a:t> isolation, PHI redaction, HIPAA-ready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1929384"/>
            <a:ext cx="45720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29384"/>
            <a:ext cx="182880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8B5CF6"/>
                </a:solidFill>
              </a:defRPr>
            </a:pPr>
            <a:r>
              <a:t>Plan-Based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1929384"/>
            <a:ext cx="329184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Execution Engine, Workflow Templates, Registries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929384"/>
            <a:ext cx="402336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Engine → Templates → Registries (bind) → GW Proxy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1929384"/>
            <a:ext cx="429768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Declarative plans, Delegation Envelope, step polymorphism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2606040"/>
            <a:ext cx="45720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606040"/>
            <a:ext cx="182880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F59E0B"/>
                </a:solidFill>
              </a:defRPr>
            </a:pPr>
            <a:r>
              <a:t>Semantic Discovery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2606040"/>
            <a:ext cx="329184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AI Search, Asset Catalog, MCP/A2A Registries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606040"/>
            <a:ext cx="402336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Catalog → AI Search (vector) ← NL query → ranked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2606040"/>
            <a:ext cx="429768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Vector-indexed search, .well-known crawl, federation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282696"/>
            <a:ext cx="45720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282696"/>
            <a:ext cx="182880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10B981"/>
                </a:solidFill>
              </a:defRPr>
            </a:pPr>
            <a:r>
              <a:t>Human-in-the-Loop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0" y="3282696"/>
            <a:ext cx="329184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HITL Gate, Execution Engine, Admin 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3282696"/>
            <a:ext cx="402336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Engine → HITL Gate → Admin UI → Engine (resume)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3282696"/>
            <a:ext cx="429768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First-class step type, not bolted on; audit provenance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3959352"/>
            <a:ext cx="45720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959352"/>
            <a:ext cx="182880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06B6D4"/>
                </a:solidFill>
              </a:defRPr>
            </a:pPr>
            <a:r>
              <a:t>Three-Tier Memory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0" y="3959352"/>
            <a:ext cx="329184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Redis, Cosmos DB, ADLS Gen 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3959352"/>
            <a:ext cx="402336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Engine → Redis (short) → Cosmos (episodic) → ADLS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3959352"/>
            <a:ext cx="429768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Summary-first flush, no raw PHI, episode records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4636008"/>
            <a:ext cx="45720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636008"/>
            <a:ext cx="182880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F4444"/>
                </a:solidFill>
              </a:defRPr>
            </a:pPr>
            <a:r>
              <a:t>Multi-Protocol Tools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60320" y="4636008"/>
            <a:ext cx="329184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MCP GW Proxy, MCP Registry, A2A Registry, Foundry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4636008"/>
            <a:ext cx="402336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GW Proxy → MCP servers; A2A Registry → peer agents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0" y="4636008"/>
            <a:ext cx="429768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MCP + A2A + Foundry + SaaS in one gateway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312664"/>
            <a:ext cx="45720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312664"/>
            <a:ext cx="182880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50E6C2"/>
                </a:solidFill>
              </a:defRPr>
            </a:pPr>
            <a:r>
              <a:t>Governance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60320" y="5312664"/>
            <a:ext cx="329184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Policy Engine, Publisher API, Scanner, Admin UI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0" y="5312664"/>
            <a:ext cx="402336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Publisher → Scanner → Policy → Admin → Catalog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8400" y="5312664"/>
            <a:ext cx="429768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Dual enforcement (publish + execute), full audit trail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5989320"/>
            <a:ext cx="45720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5989320"/>
            <a:ext cx="182880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8B5CF6"/>
                </a:solidFill>
              </a:defRPr>
            </a:pPr>
            <a:r>
              <a:t>Observability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60320" y="5989320"/>
            <a:ext cx="329184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App Insights, Azure Monitor, ACA, Functions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5989320"/>
            <a:ext cx="402336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ACA + Functions → App Insights → Monitor (alerts)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58400" y="5989320"/>
            <a:ext cx="429768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OpenTelemetry e2e, trace_id propagation, per-episode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7818120"/>
            <a:ext cx="1408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A0AEC0"/>
                </a:solidFill>
              </a:defRPr>
            </a:pPr>
            <a:r>
              <a:t>All 16 features map to architecture components  •  AI Asset Marketplace  •  Azure-Native Enterprise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9728"/>
            <a:ext cx="1408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AI Marketplace — Architecture Features (9–16)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77240"/>
            <a:ext cx="457200" cy="43891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777240"/>
            <a:ext cx="1828800" cy="43891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777240"/>
            <a:ext cx="3291840" cy="43891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777240"/>
            <a:ext cx="4023360" cy="43891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Data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777240"/>
            <a:ext cx="4297680" cy="43891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Key Differentiator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252728"/>
            <a:ext cx="45720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52728"/>
            <a:ext cx="182880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F59E0B"/>
                </a:solidFill>
              </a:defRPr>
            </a:pPr>
            <a:r>
              <a:t>Azure-Native Not Locked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52728"/>
            <a:ext cx="329184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MCP GW Proxy, A2A Registry, Foundry, ACA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252728"/>
            <a:ext cx="402336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GW routes to any MCP (ACA, SaaS, on-prem)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1252728"/>
            <a:ext cx="429768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Open protocols, federation, optional Foundry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1929384"/>
            <a:ext cx="45720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29384"/>
            <a:ext cx="182880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10B981"/>
                </a:solidFill>
              </a:defRPr>
            </a:pPr>
            <a:r>
              <a:t>Production Infra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1929384"/>
            <a:ext cx="329184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ACA, Functions, Front Door, Cosmos 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929384"/>
            <a:ext cx="402336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ACA (stateless) + Functions (event) + FD (edge)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1929384"/>
            <a:ext cx="429768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Subnet isolation, scale-to-zero, Bicep IaC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2606040"/>
            <a:ext cx="45720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606040"/>
            <a:ext cx="182880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0078D4"/>
                </a:solidFill>
              </a:defRPr>
            </a:pPr>
            <a:r>
              <a:t>Intelligent Tool Finder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2606040"/>
            <a:ext cx="329184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AI Search, MCP Registry, Azure OpenAI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606040"/>
            <a:ext cx="402336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Registry → Cosmos → AI Search (FAISS) ← NL query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2606040"/>
            <a:ext cx="429768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FAISS vector matching — agents self-discover tools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282696"/>
            <a:ext cx="45720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282696"/>
            <a:ext cx="182880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06B6D4"/>
                </a:solidFill>
              </a:defRPr>
            </a:pPr>
            <a:r>
              <a:t>Dynamic Invocation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0" y="3282696"/>
            <a:ext cx="329184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Execution Engine, MCP GW Proxy, AI Search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3282696"/>
            <a:ext cx="402336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Engine → Search (find) → Registry (schema) → GW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3282696"/>
            <a:ext cx="429768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Discover → resolve → call in one turn, no pre-config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3959352"/>
            <a:ext cx="45720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13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959352"/>
            <a:ext cx="182880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F4444"/>
                </a:solidFill>
              </a:defRPr>
            </a:pPr>
            <a:r>
              <a:t>Load Balancing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0" y="3959352"/>
            <a:ext cx="329184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LLM Gateway, ACA, MCP GW Proxy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3959352"/>
            <a:ext cx="402336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LLM GW → GW Proxy → ACA (scaling + probes)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3959352"/>
            <a:ext cx="429768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Health-aware routing across MCP server replicas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4636008"/>
            <a:ext cx="45720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14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636008"/>
            <a:ext cx="182880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50E6C2"/>
                </a:solidFill>
              </a:defRPr>
            </a:pPr>
            <a:r>
              <a:t>IDE Integration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60320" y="4636008"/>
            <a:ext cx="329184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MCP Registry, Asset Catalog, LLM Gateway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4636008"/>
            <a:ext cx="402336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Registry → export mcp.json → VS Code / Cursor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0" y="4636008"/>
            <a:ext cx="429768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One-click IDE setup from marketplace registry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312664"/>
            <a:ext cx="45720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15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312664"/>
            <a:ext cx="182880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8B5CF6"/>
                </a:solidFill>
              </a:defRPr>
            </a:pPr>
            <a:r>
              <a:t>JWT Token Vending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60320" y="5312664"/>
            <a:ext cx="329184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Entra ID, Key Vault, LLM Gateway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0" y="5312664"/>
            <a:ext cx="402336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Agent → Entra (creds) → JWT → LLM GW → GW Proxy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8400" y="5312664"/>
            <a:ext cx="4297680" cy="658368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M2M scoped tokens for autonomous agent auth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5989320"/>
            <a:ext cx="45720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E0E8F0"/>
                </a:solidFill>
              </a:defRPr>
            </a:pPr>
            <a:r>
              <a:t>16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5989320"/>
            <a:ext cx="182880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1">
                <a:solidFill>
                  <a:srgbClr val="F59E0B"/>
                </a:solidFill>
              </a:defRPr>
            </a:pPr>
            <a:r>
              <a:t>Context-Aware Perms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60320" y="5989320"/>
            <a:ext cx="329184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50E6C2"/>
                </a:solidFill>
              </a:defRPr>
            </a:pPr>
            <a:r>
              <a:t>Policy Engine, Entra ID, LLM Gateway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5989320"/>
            <a:ext cx="402336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Engine → Policy (claims + context) → allow/deny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58400" y="5989320"/>
            <a:ext cx="4297680" cy="658368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27000" rIns="72000" bIns="27000" rtlCol="0" anchor="ctr"/>
          <a:lstStyle/>
          <a:p>
            <a:pPr algn="l">
              <a:defRPr sz="1000" b="0">
                <a:solidFill>
                  <a:srgbClr val="E0E8F0"/>
                </a:solidFill>
              </a:defRPr>
            </a:pPr>
            <a:r>
              <a:t>Dynamic scope eval per invocation, not just RBAC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7818120"/>
            <a:ext cx="1408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A0AEC0"/>
                </a:solidFill>
              </a:defRPr>
            </a:pPr>
            <a:r>
              <a:t>All 16 features map to architecture components  •  AI Asset Marketplace  •  Azure-Native Enterprise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575</Words>
  <Application>Microsoft Office PowerPoint</Application>
  <PresentationFormat>Custom</PresentationFormat>
  <Paragraphs>94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Rajesh Singh (Applied AI)</cp:lastModifiedBy>
  <cp:revision>2</cp:revision>
  <dcterms:created xsi:type="dcterms:W3CDTF">2013-01-27T09:14:16Z</dcterms:created>
  <dcterms:modified xsi:type="dcterms:W3CDTF">2026-03-24T05:53:03Z</dcterms:modified>
  <cp:category/>
</cp:coreProperties>
</file>